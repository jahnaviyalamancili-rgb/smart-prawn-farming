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71D1-D8B4-9AEB-E512-3C238A734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7F663-731F-9DA0-968E-2F2567763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19D11-B8D4-A106-988A-9E50F9B38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36BB6-D408-85ED-33E9-718EC6220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1D7A6-5496-2E8C-886E-8534CBCE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74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C386-4AE3-6C46-F359-BD485130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1FABB-501C-3E3A-7A4A-72C38215B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2F-698A-57EB-E788-4C23DC83A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76785-735D-0C85-4B9E-133D6829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EF11D-A8BC-68BF-AA3B-5DD40138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82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E203-890F-C9BE-1CB0-B009849E2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CCDD-0757-25A3-BE61-28D711954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EC62-CA1B-2D6E-06CF-8E4AE855C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2EBE6-CE56-BCF6-CC55-2613369D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ECC5E-4CD0-019A-DA5D-8CFF6D05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25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AEDE-FBC3-4029-7C70-C5DA2C3B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BA09-F6E4-9BC3-11FC-C62AE7542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F7C65-6407-E813-93FB-87C4CF7DD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98AFC-4EC7-0A29-EA98-48531EB5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BCB69-9FB2-6CEE-3C90-9FE83B1E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2E63F-6F45-1888-A7C4-62D2E914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57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C482-B296-D859-05D7-9F58961E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731A7-B20A-F085-09C5-D40AC1FA6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05B8F-FE46-263E-E41B-23C25EEEA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D1683-A93E-C277-2C3D-FC03D0055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CCCF2-AFED-4527-4A1A-E6D3BD9ED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C29F8C-7610-E817-07B4-BE267DD2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965119-D37F-40FE-5477-2E221954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5DB847-1A91-B8F4-1067-EAD1E8F0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40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0B0C-F5F0-1EA4-E968-CBC5A8B8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39DB5-E833-58F4-B41F-62785F5F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C29CA-4BF6-8C96-9D33-54290949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1DF24-C6F4-C6C5-2143-31F0A800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04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B1DB-760A-6EAF-4AC4-A9CE7D99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3E1D6-9203-4F43-485B-3FF03B7C3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E0C97-86F6-C25A-AE7B-6E09DEC6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04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73C1-C9C6-AE92-7564-DD9F94DB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31F8-D23B-6C01-E47E-20C71E546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F35BE-46D1-21EF-E236-CE3531B4C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4A776-558F-1F21-B591-F15CFE3C7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E9825-37C5-A417-79FE-E16C7747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DF5B3-F7F5-334C-CD8E-34D6E6CB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96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A493-CE08-1889-F248-B0B1209C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6C038-9D61-3A34-AFFE-6747DB22F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64675-3AEB-8FE3-E3ED-873A42F8F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05760-5284-EF2E-8ABD-A83BCCC3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82C3E-A9B0-AA21-2180-5867765C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62592-3B91-B690-CD28-CEE37948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72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182E-CC22-5EAC-B970-19C6A128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7B1BB-48B7-6BC0-DEE6-38A6651A7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757B3-F62D-30FC-45BE-37AA504E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B6C97-6048-186C-63E8-91C1AA6F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8CAF5-71A1-9CA0-6BEE-3F27BD91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64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494041-5F58-8775-D13F-2735F0A08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E3FC8-CFFF-0489-0397-B6F422044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6490-4AAA-3F29-2335-04C40296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FB879-29D1-F1C1-5097-70E67C50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362E5-11E6-685F-6773-923E2206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58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27E8E5-B351-68A1-1E14-F85858115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E602A-AA02-9C49-F658-9B3E9CD0F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BE083-4F0A-63CF-6062-5BF966395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81E79-FD50-464F-A341-BFB8A4F0346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C7833-0EDE-6B3F-09A8-C167E8574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49F78-2EAF-124A-B49B-691888931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7D854B-69D7-4F0A-9A46-D987BA320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7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6BA9C7A-C1F1-09BB-8F7B-9213BD3782FC}"/>
              </a:ext>
            </a:extLst>
          </p:cNvPr>
          <p:cNvSpPr/>
          <p:nvPr/>
        </p:nvSpPr>
        <p:spPr>
          <a:xfrm>
            <a:off x="334296" y="1223768"/>
            <a:ext cx="4788310" cy="4333568"/>
          </a:xfrm>
          <a:prstGeom prst="ellipse">
            <a:avLst/>
          </a:prstGeom>
          <a:blipFill>
            <a:blip r:embed="rId2">
              <a:alphaModFix/>
            </a:blip>
            <a:srcRect/>
            <a:stretch>
              <a:fillRect l="-13000" r="-13000"/>
            </a:stretch>
          </a:blipFill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08FCD-CA19-059D-7661-708EE570AAEE}"/>
              </a:ext>
            </a:extLst>
          </p:cNvPr>
          <p:cNvSpPr txBox="1"/>
          <p:nvPr/>
        </p:nvSpPr>
        <p:spPr>
          <a:xfrm>
            <a:off x="5329084" y="1930932"/>
            <a:ext cx="64302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None/>
            </a:pP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Machine Learning-Based Aquaculture Water Quality Prediction for Smart Prawn Farming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C9326-21EC-7E72-FAF1-A60455B3E629}"/>
              </a:ext>
            </a:extLst>
          </p:cNvPr>
          <p:cNvSpPr txBox="1"/>
          <p:nvPr/>
        </p:nvSpPr>
        <p:spPr>
          <a:xfrm>
            <a:off x="5230761" y="104378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None/>
            </a:pP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Batch : 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04B4C-F504-3D67-0524-04E064F99487}"/>
              </a:ext>
            </a:extLst>
          </p:cNvPr>
          <p:cNvSpPr txBox="1"/>
          <p:nvPr/>
        </p:nvSpPr>
        <p:spPr>
          <a:xfrm>
            <a:off x="6754760" y="5372622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Team Members: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Y . Bhavana(23NM1A04H7)</a:t>
            </a:r>
          </a:p>
          <a:p>
            <a:pPr lvl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S. Sai Deepthi (23NM1A04D7)</a:t>
            </a:r>
          </a:p>
          <a:p>
            <a:pPr lvl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S. Manju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sri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(23NM1A04E0)</a:t>
            </a:r>
          </a:p>
          <a:p>
            <a:pPr lvl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Y. Jahnavi(23NM1A04H6)</a:t>
            </a:r>
          </a:p>
          <a:p>
            <a:pPr lvl="0"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11EDB-C2B9-2A11-FED6-A7BD7C00B83D}"/>
              </a:ext>
            </a:extLst>
          </p:cNvPr>
          <p:cNvSpPr txBox="1"/>
          <p:nvPr/>
        </p:nvSpPr>
        <p:spPr>
          <a:xfrm>
            <a:off x="6754760" y="4605884"/>
            <a:ext cx="4788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guide:</a:t>
            </a:r>
          </a:p>
          <a:p>
            <a:r>
              <a:rPr lang="en-IN" dirty="0"/>
              <a:t>E. Manemma</a:t>
            </a:r>
          </a:p>
        </p:txBody>
      </p:sp>
    </p:spTree>
    <p:extLst>
      <p:ext uri="{BB962C8B-B14F-4D97-AF65-F5344CB8AC3E}">
        <p14:creationId xmlns:p14="http://schemas.microsoft.com/office/powerpoint/2010/main" val="58016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899DEF-3873-9339-49D2-6DE555E169A2}"/>
              </a:ext>
            </a:extLst>
          </p:cNvPr>
          <p:cNvSpPr txBox="1"/>
          <p:nvPr/>
        </p:nvSpPr>
        <p:spPr>
          <a:xfrm>
            <a:off x="1052053" y="88188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47D417-B03D-2679-8450-A96A2D7A0D5B}"/>
              </a:ext>
            </a:extLst>
          </p:cNvPr>
          <p:cNvSpPr txBox="1"/>
          <p:nvPr/>
        </p:nvSpPr>
        <p:spPr>
          <a:xfrm>
            <a:off x="511278" y="2113935"/>
            <a:ext cx="758067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Maintaining optimal water quality in prawn farming is difficult due to continuous fluctuations in pH, temperature, and turbidity. Traditional manual monitoring methods cannot provide real-time prediction or early warning, leading to disease outbreaks, reduced growth, and economic losses.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04253-5C42-D9AE-B7BE-B2D30D09B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948" y="234617"/>
            <a:ext cx="3972233" cy="641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0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7BE4D0-09B8-1C1D-DB97-1C17EE655DC6}"/>
              </a:ext>
            </a:extLst>
          </p:cNvPr>
          <p:cNvSpPr txBox="1"/>
          <p:nvPr/>
        </p:nvSpPr>
        <p:spPr>
          <a:xfrm>
            <a:off x="-2517058" y="43261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D5CE0-58F6-53E6-717D-E55B19F61E5D}"/>
              </a:ext>
            </a:extLst>
          </p:cNvPr>
          <p:cNvSpPr txBox="1"/>
          <p:nvPr/>
        </p:nvSpPr>
        <p:spPr>
          <a:xfrm>
            <a:off x="309716" y="1553497"/>
            <a:ext cx="653845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To improve the water quality: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can continuously monitor water quality parameters such as pH, temperature, and turbidity in prawn farming ponds.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Collect real-time sensor data using an </a:t>
            </a:r>
            <a:r>
              <a:rPr lang="en-IN" sz="2000"/>
              <a:t>Esp32</a:t>
            </a:r>
            <a:r>
              <a:rPr lang="en-US" sz="2000" dirty="0"/>
              <a:t>-based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Develop a Machine Learning model that predicts future water quality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Detect abnormal water conditions at an early stage and generate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Automate corrective actions such as controlling a water pump through a relay module.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Improve prawn health, survival rate, and farm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 sustainable aquaculture practices aligned with SDG 14, SDG 12, and SDG 9.</a:t>
            </a:r>
            <a:endParaRPr lang="en-I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212FD1-5201-93DC-0854-3D85EE123334}"/>
              </a:ext>
            </a:extLst>
          </p:cNvPr>
          <p:cNvSpPr/>
          <p:nvPr/>
        </p:nvSpPr>
        <p:spPr>
          <a:xfrm>
            <a:off x="7777316" y="5555226"/>
            <a:ext cx="3490452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A6CA1-583E-47E7-C2BA-AD6A5D2DB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059" y="1691149"/>
            <a:ext cx="4855458" cy="44933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507D253-BBE4-24B9-D27B-1995B0C07B40}"/>
              </a:ext>
            </a:extLst>
          </p:cNvPr>
          <p:cNvSpPr/>
          <p:nvPr/>
        </p:nvSpPr>
        <p:spPr>
          <a:xfrm>
            <a:off x="7855974" y="5801032"/>
            <a:ext cx="3323303" cy="3539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37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26432D-1532-70BE-5DEB-6FF9014D8018}"/>
              </a:ext>
            </a:extLst>
          </p:cNvPr>
          <p:cNvSpPr txBox="1"/>
          <p:nvPr/>
        </p:nvSpPr>
        <p:spPr>
          <a:xfrm>
            <a:off x="550607" y="70023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437F7D-6C6A-3B6B-EB40-BEF593769CEB}"/>
              </a:ext>
            </a:extLst>
          </p:cNvPr>
          <p:cNvSpPr txBox="1"/>
          <p:nvPr/>
        </p:nvSpPr>
        <p:spPr>
          <a:xfrm>
            <a:off x="727587" y="1877961"/>
            <a:ext cx="6607278" cy="4554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Data Collection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Data Processing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Feature Selection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Machine Learning Model Development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Prediction and Analysis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Performance Evaluation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Alert and Decision Support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BA7FA-9292-A3B6-EC09-523DC0DD0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829" y="98323"/>
            <a:ext cx="4570214" cy="675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8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1C1BB-20DE-E2C8-D076-C0B6E80A91BD}"/>
              </a:ext>
            </a:extLst>
          </p:cNvPr>
          <p:cNvSpPr txBox="1"/>
          <p:nvPr/>
        </p:nvSpPr>
        <p:spPr>
          <a:xfrm>
            <a:off x="0" y="59976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19513-2638-4044-8F0E-4A9B92317263}"/>
              </a:ext>
            </a:extLst>
          </p:cNvPr>
          <p:cNvSpPr txBox="1"/>
          <p:nvPr/>
        </p:nvSpPr>
        <p:spPr>
          <a:xfrm>
            <a:off x="855404" y="1847255"/>
            <a:ext cx="429669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HARDWARE IMPLEMENTATION:</a:t>
            </a:r>
          </a:p>
          <a:p>
            <a:pPr>
              <a:lnSpc>
                <a:spcPct val="150000"/>
              </a:lnSpc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pH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Temperature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Turbidity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Relay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Water Pump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Power supply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Breadboard and Connecting Wires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2C20D9-56A9-1C5E-EDA1-3DD7E4D5D635}"/>
              </a:ext>
            </a:extLst>
          </p:cNvPr>
          <p:cNvSpPr/>
          <p:nvPr/>
        </p:nvSpPr>
        <p:spPr>
          <a:xfrm>
            <a:off x="663676" y="1532870"/>
            <a:ext cx="4680155" cy="4203535"/>
          </a:xfrm>
          <a:prstGeom prst="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5B5ECD-E3B1-E636-2364-A7F2E1DE6F9E}"/>
              </a:ext>
            </a:extLst>
          </p:cNvPr>
          <p:cNvSpPr/>
          <p:nvPr/>
        </p:nvSpPr>
        <p:spPr>
          <a:xfrm>
            <a:off x="7865806" y="5810865"/>
            <a:ext cx="3382297" cy="5407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98FFBE-FC3B-BC03-26ED-7075F62C5894}"/>
              </a:ext>
            </a:extLst>
          </p:cNvPr>
          <p:cNvSpPr/>
          <p:nvPr/>
        </p:nvSpPr>
        <p:spPr>
          <a:xfrm>
            <a:off x="6474541" y="1532869"/>
            <a:ext cx="4680155" cy="4203535"/>
          </a:xfrm>
          <a:prstGeom prst="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9FDBCD-0706-5548-12EB-47470BF2221D}"/>
              </a:ext>
            </a:extLst>
          </p:cNvPr>
          <p:cNvSpPr txBox="1"/>
          <p:nvPr/>
        </p:nvSpPr>
        <p:spPr>
          <a:xfrm>
            <a:off x="6912077" y="1906152"/>
            <a:ext cx="38050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SOFTWARE IMPLEMENTATION: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Esp32 for sensor interfacing and data acquisition.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Python for data preprocessing, Machine Learning model training, and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Machine Learning algorithms such as Decision Tree, Random Forest, or Linear Regression for water quality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01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B6E418-ED24-D7B7-1910-02698E666563}"/>
              </a:ext>
            </a:extLst>
          </p:cNvPr>
          <p:cNvSpPr txBox="1"/>
          <p:nvPr/>
        </p:nvSpPr>
        <p:spPr>
          <a:xfrm>
            <a:off x="1140542" y="855406"/>
            <a:ext cx="4955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4C043-A31B-73DF-736B-1CB4AA604E99}"/>
              </a:ext>
            </a:extLst>
          </p:cNvPr>
          <p:cNvSpPr txBox="1"/>
          <p:nvPr/>
        </p:nvSpPr>
        <p:spPr>
          <a:xfrm>
            <a:off x="432619" y="1976284"/>
            <a:ext cx="60566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The proposed system enables real-time monitoring and prediction of water quality in prawn farms, provides early alerts for unsafe conditions, automates corrective actions, reduces prawn mortality, improves productivity, and supports sustainable aquaculture practices.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A76D98-6AAD-D9EF-4D99-FD5D77040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133" y="2263588"/>
            <a:ext cx="5491867" cy="343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0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A395B7-E33A-A974-A96F-F9CB81D22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682" y="645459"/>
            <a:ext cx="5135907" cy="62125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34392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322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SAIDEEPTHI S</dc:creator>
  <cp:lastModifiedBy>SaiDeepthi Sampathirao</cp:lastModifiedBy>
  <cp:revision>5</cp:revision>
  <dcterms:created xsi:type="dcterms:W3CDTF">2026-06-18T01:59:31Z</dcterms:created>
  <dcterms:modified xsi:type="dcterms:W3CDTF">2026-06-25T07:44:37Z</dcterms:modified>
</cp:coreProperties>
</file>